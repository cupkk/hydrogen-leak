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4" r:id="rId2"/>
    <p:sldId id="258" r:id="rId3"/>
    <p:sldId id="256" r:id="rId4"/>
    <p:sldId id="257" r:id="rId5"/>
    <p:sldId id="259" r:id="rId6"/>
    <p:sldId id="285" r:id="rId7"/>
    <p:sldId id="286" r:id="rId8"/>
    <p:sldId id="261" r:id="rId9"/>
    <p:sldId id="288" r:id="rId10"/>
    <p:sldId id="28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58" d="100"/>
          <a:sy n="158" d="100"/>
        </p:scale>
        <p:origin x="150" y="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13738" b="48312"/>
          <a:stretch>
            <a:fillRect/>
          </a:stretch>
        </p:blipFill>
        <p:spPr bwMode="auto">
          <a:xfrm>
            <a:off x="619813" y="1711777"/>
            <a:ext cx="7308160" cy="2664279"/>
          </a:xfrm>
          <a:prstGeom prst="rect">
            <a:avLst/>
          </a:prstGeom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93347" b="48312"/>
          <a:stretch>
            <a:fillRect/>
          </a:stretch>
        </p:blipFill>
        <p:spPr bwMode="auto">
          <a:xfrm>
            <a:off x="56134" y="1711776"/>
            <a:ext cx="563679" cy="2664279"/>
          </a:xfrm>
          <a:prstGeom prst="rect">
            <a:avLst/>
          </a:prstGeom>
          <a:ln>
            <a:noFill/>
          </a:ln>
        </p:spPr>
      </p:pic>
      <p:sp>
        <p:nvSpPr>
          <p:cNvPr id="9" name="平行四边形 8"/>
          <p:cNvSpPr/>
          <p:nvPr/>
        </p:nvSpPr>
        <p:spPr>
          <a:xfrm>
            <a:off x="8359835" y="3605729"/>
            <a:ext cx="3735391" cy="508418"/>
          </a:xfrm>
          <a:prstGeom prst="parallelogram">
            <a:avLst>
              <a:gd name="adj" fmla="val 206038"/>
            </a:avLst>
          </a:prstGeom>
          <a:solidFill>
            <a:srgbClr val="CECE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11055410" y="3612711"/>
            <a:ext cx="1039816" cy="5014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11067060" y="1453732"/>
            <a:ext cx="1028166" cy="508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8359835" y="1446749"/>
            <a:ext cx="1056416" cy="5154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8359835" y="3612711"/>
            <a:ext cx="1039816" cy="5014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10125930" y="3829026"/>
            <a:ext cx="203200" cy="618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 rot="10800000">
            <a:off x="10183811" y="3835759"/>
            <a:ext cx="87438" cy="252030"/>
            <a:chOff x="857250" y="3547110"/>
            <a:chExt cx="87438" cy="252030"/>
          </a:xfrm>
          <a:solidFill>
            <a:srgbClr val="FF0000"/>
          </a:solidFill>
        </p:grpSpPr>
        <p:sp>
          <p:nvSpPr>
            <p:cNvPr id="25" name="圆柱体 24"/>
            <p:cNvSpPr/>
            <p:nvPr/>
          </p:nvSpPr>
          <p:spPr>
            <a:xfrm>
              <a:off x="879348" y="3547110"/>
              <a:ext cx="45719" cy="195834"/>
            </a:xfrm>
            <a:prstGeom prst="ca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10800000">
              <a:off x="857250" y="3742944"/>
              <a:ext cx="87438" cy="5619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椭圆 41"/>
          <p:cNvSpPr/>
          <p:nvPr/>
        </p:nvSpPr>
        <p:spPr>
          <a:xfrm>
            <a:off x="10534679" y="3615502"/>
            <a:ext cx="203200" cy="618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9695973" y="4030594"/>
            <a:ext cx="203200" cy="618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9752854" y="4061505"/>
            <a:ext cx="87438" cy="252030"/>
            <a:chOff x="857250" y="3547110"/>
            <a:chExt cx="87438" cy="252030"/>
          </a:xfrm>
          <a:solidFill>
            <a:schemeClr val="accent1"/>
          </a:solidFill>
        </p:grpSpPr>
        <p:sp>
          <p:nvSpPr>
            <p:cNvPr id="22" name="圆柱体 21"/>
            <p:cNvSpPr/>
            <p:nvPr/>
          </p:nvSpPr>
          <p:spPr>
            <a:xfrm>
              <a:off x="879348" y="3547110"/>
              <a:ext cx="45719" cy="195834"/>
            </a:xfrm>
            <a:prstGeom prst="ca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 rot="10800000">
              <a:off x="857250" y="3742944"/>
              <a:ext cx="87438" cy="5619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0597354" y="3654472"/>
            <a:ext cx="87438" cy="252030"/>
            <a:chOff x="857250" y="3547110"/>
            <a:chExt cx="87438" cy="252030"/>
          </a:xfrm>
          <a:solidFill>
            <a:schemeClr val="accent1"/>
          </a:solidFill>
        </p:grpSpPr>
        <p:sp>
          <p:nvSpPr>
            <p:cNvPr id="19" name="圆柱体 18"/>
            <p:cNvSpPr/>
            <p:nvPr/>
          </p:nvSpPr>
          <p:spPr>
            <a:xfrm>
              <a:off x="879348" y="3547110"/>
              <a:ext cx="45719" cy="195834"/>
            </a:xfrm>
            <a:prstGeom prst="ca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857250" y="3742944"/>
              <a:ext cx="87438" cy="5619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8359835" y="1962150"/>
            <a:ext cx="2695575" cy="2151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9399651" y="1453732"/>
            <a:ext cx="2695575" cy="2151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1883013" y="4319078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9611360" y="4319078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6096000" y="4319078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32A7948-C6B6-A8D6-9682-99D324A47389}"/>
              </a:ext>
            </a:extLst>
          </p:cNvPr>
          <p:cNvCxnSpPr/>
          <p:nvPr/>
        </p:nvCxnSpPr>
        <p:spPr>
          <a:xfrm>
            <a:off x="9447987" y="3605728"/>
            <a:ext cx="541569" cy="0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4ED1EE2-9CA3-4855-AE14-5CACC42F363E}"/>
              </a:ext>
            </a:extLst>
          </p:cNvPr>
          <p:cNvCxnSpPr>
            <a:cxnSpLocks/>
          </p:cNvCxnSpPr>
          <p:nvPr/>
        </p:nvCxnSpPr>
        <p:spPr>
          <a:xfrm flipH="1">
            <a:off x="9050694" y="3612711"/>
            <a:ext cx="348957" cy="147526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AA5AC21-5187-B01A-A4D7-C2703C6AC0F5}"/>
              </a:ext>
            </a:extLst>
          </p:cNvPr>
          <p:cNvCxnSpPr>
            <a:cxnSpLocks/>
          </p:cNvCxnSpPr>
          <p:nvPr/>
        </p:nvCxnSpPr>
        <p:spPr>
          <a:xfrm flipV="1">
            <a:off x="9399651" y="3163078"/>
            <a:ext cx="0" cy="442650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B880AAB-EE48-B5F5-10EA-F15D76D65823}"/>
              </a:ext>
            </a:extLst>
          </p:cNvPr>
          <p:cNvSpPr txBox="1"/>
          <p:nvPr/>
        </p:nvSpPr>
        <p:spPr>
          <a:xfrm>
            <a:off x="8864344" y="3522513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y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1ECBAC-874C-5583-A722-87124A240DF1}"/>
              </a:ext>
            </a:extLst>
          </p:cNvPr>
          <p:cNvSpPr txBox="1"/>
          <p:nvPr/>
        </p:nvSpPr>
        <p:spPr>
          <a:xfrm>
            <a:off x="9910687" y="3335185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x</a:t>
            </a:r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E7E2A24-D27B-3B0C-3A22-D0B4EAC3C098}"/>
              </a:ext>
            </a:extLst>
          </p:cNvPr>
          <p:cNvSpPr txBox="1"/>
          <p:nvPr/>
        </p:nvSpPr>
        <p:spPr>
          <a:xfrm>
            <a:off x="9150984" y="2872777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z</a:t>
            </a:r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A62D83A-1062-07AE-8737-CF3EA0AA4921}"/>
              </a:ext>
            </a:extLst>
          </p:cNvPr>
          <p:cNvSpPr txBox="1"/>
          <p:nvPr/>
        </p:nvSpPr>
        <p:spPr>
          <a:xfrm>
            <a:off x="10653187" y="3581390"/>
            <a:ext cx="1101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压力出口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65F0A5E-6CC6-A27D-5733-AB832DB2931C}"/>
              </a:ext>
            </a:extLst>
          </p:cNvPr>
          <p:cNvSpPr txBox="1"/>
          <p:nvPr/>
        </p:nvSpPr>
        <p:spPr>
          <a:xfrm>
            <a:off x="9980681" y="39774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速度入口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890673"/>
              </p:ext>
            </p:extLst>
          </p:nvPr>
        </p:nvGraphicFramePr>
        <p:xfrm>
          <a:off x="0" y="4018087"/>
          <a:ext cx="11831217" cy="250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3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3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31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31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131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098">
                <a:tc>
                  <a:txBody>
                    <a:bodyPr/>
                    <a:lstStyle/>
                    <a:p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泄漏位置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1000ml/min,0.59m/s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800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600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921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  <a:endParaRPr lang="en-US" altLang="zh-CN" sz="12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  <a:endParaRPr lang="en-US" altLang="zh-CN" sz="12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  <a:endParaRPr lang="en-US" altLang="zh-CN" sz="12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  <a:endParaRPr lang="en-US" altLang="zh-CN" sz="12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51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51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51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-150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51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-300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51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300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51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400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517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-150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120s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240s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，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</a:rPr>
                        <a:t>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163069" y="146323"/>
            <a:ext cx="6790008" cy="3840813"/>
            <a:chOff x="163069" y="146323"/>
            <a:chExt cx="6790008" cy="3840813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069" y="146323"/>
              <a:ext cx="6790008" cy="3840813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3974841" y="1660849"/>
              <a:ext cx="839755" cy="2146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11216" y="2127603"/>
              <a:ext cx="2432180" cy="2146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4814596" y="2716690"/>
              <a:ext cx="839755" cy="2146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3429000"/>
              <a:ext cx="839755" cy="2146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461657" y="1667963"/>
              <a:ext cx="6383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/>
                <a:t>0</a:t>
              </a:r>
              <a:r>
                <a:rPr lang="zh-CN" altLang="en-US" sz="1000"/>
                <a:t>，</a:t>
              </a:r>
              <a:r>
                <a:rPr lang="en-US" altLang="zh-CN" sz="1000"/>
                <a:t>0</a:t>
              </a:r>
              <a:r>
                <a:rPr lang="zh-CN" altLang="en-US" sz="1000"/>
                <a:t>，</a:t>
              </a:r>
              <a:r>
                <a:rPr lang="en-US" altLang="zh-CN" sz="1000"/>
                <a:t>0</a:t>
              </a:r>
              <a:endParaRPr lang="zh-CN" altLang="en-US" sz="100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291738" y="2665707"/>
              <a:ext cx="80823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/>
                <a:t>0</a:t>
              </a:r>
              <a:r>
                <a:rPr lang="zh-CN" altLang="en-US" sz="1000"/>
                <a:t>，</a:t>
              </a:r>
              <a:r>
                <a:rPr lang="en-US" altLang="zh-CN" sz="1000"/>
                <a:t>-150</a:t>
              </a:r>
              <a:r>
                <a:rPr lang="zh-CN" altLang="en-US" sz="1000"/>
                <a:t>，</a:t>
              </a:r>
              <a:r>
                <a:rPr lang="en-US" altLang="zh-CN" sz="1000"/>
                <a:t>0</a:t>
              </a:r>
              <a:endParaRPr lang="zh-CN" altLang="en-US" sz="100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1737" y="3397093"/>
              <a:ext cx="80823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/>
                <a:t>0</a:t>
              </a:r>
              <a:r>
                <a:rPr lang="zh-CN" altLang="en-US" sz="1000"/>
                <a:t>，</a:t>
              </a:r>
              <a:r>
                <a:rPr lang="en-US" altLang="zh-CN" sz="1000"/>
                <a:t>-300</a:t>
              </a:r>
              <a:r>
                <a:rPr lang="zh-CN" altLang="en-US" sz="1000"/>
                <a:t>，</a:t>
              </a:r>
              <a:r>
                <a:rPr lang="en-US" altLang="zh-CN" sz="1000"/>
                <a:t>0</a:t>
              </a:r>
              <a:endParaRPr lang="zh-CN" altLang="en-US" sz="100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104637" y="1678891"/>
              <a:ext cx="76976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/>
                <a:t>0</a:t>
              </a:r>
              <a:r>
                <a:rPr lang="zh-CN" altLang="en-US" sz="1000"/>
                <a:t>，</a:t>
              </a:r>
              <a:r>
                <a:rPr lang="en-US" altLang="zh-CN" sz="1000"/>
                <a:t>100</a:t>
              </a:r>
              <a:r>
                <a:rPr lang="zh-CN" altLang="en-US" sz="1000"/>
                <a:t>，</a:t>
              </a:r>
              <a:r>
                <a:rPr lang="en-US" altLang="zh-CN" sz="1000"/>
                <a:t>0</a:t>
              </a:r>
              <a:endParaRPr lang="zh-CN" altLang="en-US" sz="100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004756" y="1997610"/>
              <a:ext cx="76976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/>
                <a:t>0</a:t>
              </a:r>
              <a:r>
                <a:rPr lang="zh-CN" altLang="en-US" sz="1000"/>
                <a:t>，</a:t>
              </a:r>
              <a:r>
                <a:rPr lang="en-US" altLang="zh-CN" sz="1000"/>
                <a:t>400</a:t>
              </a:r>
              <a:r>
                <a:rPr lang="zh-CN" altLang="en-US" sz="1000"/>
                <a:t>，</a:t>
              </a:r>
              <a:r>
                <a:rPr lang="en-US" altLang="zh-CN" sz="1000"/>
                <a:t>0</a:t>
              </a:r>
              <a:endParaRPr lang="zh-CN" altLang="en-US" sz="10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399929" y="1690138"/>
              <a:ext cx="76976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/>
                <a:t>0</a:t>
              </a:r>
              <a:r>
                <a:rPr lang="zh-CN" altLang="en-US" sz="1000"/>
                <a:t>，</a:t>
              </a:r>
              <a:r>
                <a:rPr lang="en-US" altLang="zh-CN" sz="1000"/>
                <a:t>300</a:t>
              </a:r>
              <a:r>
                <a:rPr lang="zh-CN" altLang="en-US" sz="1000"/>
                <a:t>，</a:t>
              </a:r>
              <a:r>
                <a:rPr lang="en-US" altLang="zh-CN" sz="1000"/>
                <a:t>0</a:t>
              </a:r>
              <a:endParaRPr lang="zh-CN" altLang="en-US" sz="100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657543" y="2077944"/>
              <a:ext cx="76976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/>
                <a:t>0</a:t>
              </a:r>
              <a:r>
                <a:rPr lang="zh-CN" altLang="en-US" sz="1000"/>
                <a:t>，</a:t>
              </a:r>
              <a:r>
                <a:rPr lang="en-US" altLang="zh-CN" sz="1000"/>
                <a:t>200</a:t>
              </a:r>
              <a:r>
                <a:rPr lang="zh-CN" altLang="en-US" sz="1000"/>
                <a:t>，</a:t>
              </a:r>
              <a:r>
                <a:rPr lang="en-US" altLang="zh-CN" sz="1000"/>
                <a:t>0</a:t>
              </a:r>
              <a:endParaRPr lang="zh-CN" altLang="en-US" sz="1000"/>
            </a:p>
          </p:txBody>
        </p:sp>
        <p:sp>
          <p:nvSpPr>
            <p:cNvPr id="17" name="矩形 16"/>
            <p:cNvSpPr/>
            <p:nvPr/>
          </p:nvSpPr>
          <p:spPr>
            <a:xfrm>
              <a:off x="3770962" y="1868570"/>
              <a:ext cx="201547" cy="2521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3770961" y="2459171"/>
              <a:ext cx="201547" cy="2521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4364178" y="1871307"/>
              <a:ext cx="201547" cy="2521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4954140" y="1871307"/>
              <a:ext cx="201547" cy="2521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5576113" y="1868570"/>
              <a:ext cx="201547" cy="2521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6182466" y="1768744"/>
              <a:ext cx="201547" cy="2521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4983886" y="2472200"/>
              <a:ext cx="201547" cy="2521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4983886" y="3210250"/>
              <a:ext cx="201547" cy="2521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椭圆 2">
            <a:extLst>
              <a:ext uri="{FF2B5EF4-FFF2-40B4-BE49-F238E27FC236}">
                <a16:creationId xmlns:a16="http://schemas.microsoft.com/office/drawing/2014/main" id="{174D723C-1547-7A94-9268-38805D784A51}"/>
              </a:ext>
            </a:extLst>
          </p:cNvPr>
          <p:cNvSpPr/>
          <p:nvPr/>
        </p:nvSpPr>
        <p:spPr>
          <a:xfrm>
            <a:off x="3770961" y="438538"/>
            <a:ext cx="201547" cy="17805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14A00EE-8F2E-6908-94BE-A1B2B4A13D1B}"/>
              </a:ext>
            </a:extLst>
          </p:cNvPr>
          <p:cNvSpPr txBox="1"/>
          <p:nvPr/>
        </p:nvSpPr>
        <p:spPr>
          <a:xfrm>
            <a:off x="3922220" y="480572"/>
            <a:ext cx="7697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0</a:t>
            </a:r>
            <a:r>
              <a:rPr lang="zh-CN" altLang="en-US" sz="1000"/>
              <a:t>，</a:t>
            </a:r>
            <a:r>
              <a:rPr lang="en-US" altLang="zh-CN" sz="1000"/>
              <a:t>300</a:t>
            </a:r>
            <a:r>
              <a:rPr lang="zh-CN" altLang="en-US" sz="1000"/>
              <a:t>，</a:t>
            </a:r>
            <a:r>
              <a:rPr lang="en-US" altLang="zh-CN" sz="1000"/>
              <a:t>0</a:t>
            </a:r>
            <a:endParaRPr lang="zh-CN" altLang="en-US" sz="100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B492EE0-42A8-1955-0FB2-A6D1361E2BC5}"/>
              </a:ext>
            </a:extLst>
          </p:cNvPr>
          <p:cNvSpPr/>
          <p:nvPr/>
        </p:nvSpPr>
        <p:spPr>
          <a:xfrm>
            <a:off x="3780815" y="3257771"/>
            <a:ext cx="201547" cy="17805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92BAE60-4D61-40FD-708D-6A12589DC1CB}"/>
              </a:ext>
            </a:extLst>
          </p:cNvPr>
          <p:cNvSpPr txBox="1"/>
          <p:nvPr/>
        </p:nvSpPr>
        <p:spPr>
          <a:xfrm>
            <a:off x="5641499" y="247259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底部</a:t>
            </a:r>
            <a:r>
              <a:rPr lang="en-US" altLang="zh-CN"/>
              <a:t>xy</a:t>
            </a:r>
            <a:r>
              <a:rPr lang="zh-CN" altLang="en-US"/>
              <a:t>平面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91F0780-501D-BC97-6465-E4009DD6D2FF}"/>
              </a:ext>
            </a:extLst>
          </p:cNvPr>
          <p:cNvSpPr txBox="1"/>
          <p:nvPr/>
        </p:nvSpPr>
        <p:spPr>
          <a:xfrm>
            <a:off x="7324530" y="1042812"/>
            <a:ext cx="256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所有孔的直径都是</a:t>
            </a:r>
            <a:r>
              <a:rPr lang="en-US" altLang="zh-CN"/>
              <a:t>6mm</a:t>
            </a:r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23352A7-3873-CFC0-AD1A-73BB00D95F40}"/>
              </a:ext>
            </a:extLst>
          </p:cNvPr>
          <p:cNvSpPr txBox="1"/>
          <p:nvPr/>
        </p:nvSpPr>
        <p:spPr>
          <a:xfrm>
            <a:off x="10740925" y="2201054"/>
            <a:ext cx="11079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任务分配</a:t>
            </a:r>
            <a:endParaRPr lang="en-US" altLang="zh-CN"/>
          </a:p>
          <a:p>
            <a:r>
              <a:rPr lang="en-US" altLang="zh-CN">
                <a:solidFill>
                  <a:schemeClr val="bg2">
                    <a:lumMod val="75000"/>
                  </a:schemeClr>
                </a:solidFill>
              </a:rPr>
              <a:t>6</a:t>
            </a:r>
            <a:r>
              <a:rPr lang="zh-CN" altLang="en-US">
                <a:solidFill>
                  <a:schemeClr val="bg2">
                    <a:lumMod val="75000"/>
                  </a:schemeClr>
                </a:solidFill>
              </a:rPr>
              <a:t>核</a:t>
            </a:r>
            <a:endParaRPr lang="en-US" altLang="zh-CN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chemeClr val="accent3"/>
                </a:solidFill>
              </a:rPr>
              <a:t>36</a:t>
            </a:r>
            <a:r>
              <a:rPr lang="zh-CN" altLang="en-US">
                <a:solidFill>
                  <a:schemeClr val="accent3"/>
                </a:solidFill>
              </a:rPr>
              <a:t>核</a:t>
            </a:r>
            <a:endParaRPr lang="en-US" altLang="zh-CN">
              <a:solidFill>
                <a:schemeClr val="accent3"/>
              </a:solidFill>
            </a:endParaRPr>
          </a:p>
          <a:p>
            <a:r>
              <a:rPr lang="en-US" altLang="zh-CN">
                <a:solidFill>
                  <a:schemeClr val="accent1">
                    <a:lumMod val="60000"/>
                    <a:lumOff val="40000"/>
                  </a:schemeClr>
                </a:solidFill>
              </a:rPr>
              <a:t>60</a:t>
            </a:r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核</a:t>
            </a:r>
            <a:endParaRPr lang="en-US" altLang="zh-CN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altLang="zh-CN">
                <a:solidFill>
                  <a:schemeClr val="accent6">
                    <a:lumMod val="60000"/>
                    <a:lumOff val="40000"/>
                  </a:schemeClr>
                </a:solidFill>
              </a:rPr>
              <a:t>60</a:t>
            </a:r>
            <a:r>
              <a:rPr lang="zh-CN" alt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核</a:t>
            </a:r>
            <a:endParaRPr lang="en-US" altLang="zh-C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altLang="zh-CN">
                <a:solidFill>
                  <a:schemeClr val="accent4">
                    <a:lumMod val="60000"/>
                    <a:lumOff val="40000"/>
                  </a:schemeClr>
                </a:solidFill>
              </a:rPr>
              <a:t>20</a:t>
            </a:r>
            <a:r>
              <a:rPr lang="zh-CN" altLang="en-US">
                <a:solidFill>
                  <a:schemeClr val="accent4">
                    <a:lumMod val="60000"/>
                    <a:lumOff val="40000"/>
                  </a:schemeClr>
                </a:solidFill>
              </a:rPr>
              <a:t>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A5D5B63-9C7B-92FA-2499-2A0732F04CBF}"/>
              </a:ext>
            </a:extLst>
          </p:cNvPr>
          <p:cNvSpPr txBox="1"/>
          <p:nvPr/>
        </p:nvSpPr>
        <p:spPr>
          <a:xfrm>
            <a:off x="952990" y="348637"/>
            <a:ext cx="6066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r>
              <a:rPr lang="zh-CN" altLang="en-US"/>
              <a:t>，绘制模型</a:t>
            </a:r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，画网格（给三个孔增加局部尺寸</a:t>
            </a:r>
            <a:r>
              <a:rPr lang="en-US" altLang="zh-CN"/>
              <a:t>-------------</a:t>
            </a:r>
            <a:r>
              <a:rPr lang="zh-CN" altLang="en-US"/>
              <a:t>生成表面网格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2765BC7-BEFF-7F45-BE94-4E4F8AB5A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76" y="1066208"/>
            <a:ext cx="4360169" cy="572380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0D1AF65-534F-74D1-4FFC-9B99559C53CD}"/>
              </a:ext>
            </a:extLst>
          </p:cNvPr>
          <p:cNvSpPr/>
          <p:nvPr/>
        </p:nvSpPr>
        <p:spPr>
          <a:xfrm>
            <a:off x="625151" y="2407298"/>
            <a:ext cx="1996751" cy="251926"/>
          </a:xfrm>
          <a:prstGeom prst="rect">
            <a:avLst/>
          </a:prstGeom>
          <a:solidFill>
            <a:srgbClr val="ECEE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4FAE732-C518-1C23-10D7-7C58F3D9D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502" y="1136963"/>
            <a:ext cx="4903478" cy="565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73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8CEECF1-CAA1-6A1E-F834-8104FEE6B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4" y="0"/>
            <a:ext cx="5819048" cy="671428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E20B039-96C0-DA06-3321-2C3063607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666667" cy="5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08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BE6C89A-DF06-90C4-7F61-E64A5CB97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7" y="0"/>
            <a:ext cx="534558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B53FF42-B1C4-0021-EF87-F76124EB6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334" y="0"/>
            <a:ext cx="4118674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A622867-CAFF-2576-1073-BDB41D1FF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653" y="0"/>
            <a:ext cx="52873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900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EC0A9F2-62CF-55E9-18CE-16570558A0F7}"/>
              </a:ext>
            </a:extLst>
          </p:cNvPr>
          <p:cNvSpPr txBox="1"/>
          <p:nvPr/>
        </p:nvSpPr>
        <p:spPr>
          <a:xfrm>
            <a:off x="364392" y="111414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切换求解模式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3E3100-1BBF-E433-0849-98F8FA1B7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939" y="170422"/>
            <a:ext cx="4095238" cy="315238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75F4D38-FB75-7065-F92D-C7E1476FE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795" y="3373291"/>
            <a:ext cx="4609526" cy="33142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F481C7-6CB5-439F-AC8A-1C8246B34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0465" y="229429"/>
            <a:ext cx="4857143" cy="6628571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2BEA8477-D6F7-B0B0-CE17-2D7965B18455}"/>
              </a:ext>
            </a:extLst>
          </p:cNvPr>
          <p:cNvSpPr/>
          <p:nvPr/>
        </p:nvSpPr>
        <p:spPr>
          <a:xfrm>
            <a:off x="2103795" y="757745"/>
            <a:ext cx="426887" cy="2088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716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82C34A9-FCAE-97A3-DC27-185490F30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54" y="212494"/>
            <a:ext cx="4146160" cy="34285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4BE7D62-3F06-D6B4-7B96-60751CA8A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46" y="3895662"/>
            <a:ext cx="3527076" cy="28270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2E6C878-35FA-3359-FE39-A609CD672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106" y="315131"/>
            <a:ext cx="3638098" cy="3987915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7A7868FA-834B-E9F2-6AC9-369B69C38DC5}"/>
              </a:ext>
            </a:extLst>
          </p:cNvPr>
          <p:cNvSpPr/>
          <p:nvPr/>
        </p:nvSpPr>
        <p:spPr>
          <a:xfrm>
            <a:off x="447869" y="4935894"/>
            <a:ext cx="307911" cy="1959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76128BF-C2C2-D93D-9668-09A7C3F8F9A5}"/>
              </a:ext>
            </a:extLst>
          </p:cNvPr>
          <p:cNvSpPr/>
          <p:nvPr/>
        </p:nvSpPr>
        <p:spPr>
          <a:xfrm>
            <a:off x="139959" y="1632857"/>
            <a:ext cx="449295" cy="1959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547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950" y="943476"/>
            <a:ext cx="3973410" cy="559190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787" y="943476"/>
            <a:ext cx="4060006" cy="57134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225" y="811763"/>
            <a:ext cx="3453011" cy="3872204"/>
          </a:xfrm>
          <a:prstGeom prst="rect">
            <a:avLst/>
          </a:prstGeom>
        </p:spPr>
      </p:pic>
      <p:sp>
        <p:nvSpPr>
          <p:cNvPr id="2" name="箭头: 右 1">
            <a:extLst>
              <a:ext uri="{FF2B5EF4-FFF2-40B4-BE49-F238E27FC236}">
                <a16:creationId xmlns:a16="http://schemas.microsoft.com/office/drawing/2014/main" id="{2719E338-8889-E42F-C4C9-6009B6F6D87F}"/>
              </a:ext>
            </a:extLst>
          </p:cNvPr>
          <p:cNvSpPr/>
          <p:nvPr/>
        </p:nvSpPr>
        <p:spPr>
          <a:xfrm>
            <a:off x="8313576" y="5598367"/>
            <a:ext cx="261257" cy="1959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3FD9272B-33FF-8FF3-20FC-BCC23A1FE212}"/>
              </a:ext>
            </a:extLst>
          </p:cNvPr>
          <p:cNvSpPr/>
          <p:nvPr/>
        </p:nvSpPr>
        <p:spPr>
          <a:xfrm>
            <a:off x="-177282" y="3079102"/>
            <a:ext cx="348507" cy="242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8F91DE0-3610-1439-3AAC-79948A841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22302" cy="32750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52B5ADB-789F-CDA5-49DC-2130528A8C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08"/>
          <a:stretch>
            <a:fillRect/>
          </a:stretch>
        </p:blipFill>
        <p:spPr>
          <a:xfrm>
            <a:off x="6369698" y="0"/>
            <a:ext cx="5725886" cy="358295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6E8B233-78DB-F15B-FDB6-E4EBD1B10BD3}"/>
              </a:ext>
            </a:extLst>
          </p:cNvPr>
          <p:cNvSpPr txBox="1"/>
          <p:nvPr/>
        </p:nvSpPr>
        <p:spPr>
          <a:xfrm>
            <a:off x="1713645" y="4348066"/>
            <a:ext cx="9187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全场浓度数据量很大，请确保空间足够，完成后上传到百度网盘、转发链接给职海杰师兄</a:t>
            </a:r>
          </a:p>
        </p:txBody>
      </p:sp>
    </p:spTree>
    <p:extLst>
      <p:ext uri="{BB962C8B-B14F-4D97-AF65-F5344CB8AC3E}">
        <p14:creationId xmlns:p14="http://schemas.microsoft.com/office/powerpoint/2010/main" val="2136670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D30FDB1-E5D8-205E-DB82-AD8FDF334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428" y="286143"/>
            <a:ext cx="3857143" cy="6285714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B0BFE291-3FD3-1A14-09DD-34CBAF918F03}"/>
              </a:ext>
            </a:extLst>
          </p:cNvPr>
          <p:cNvSpPr/>
          <p:nvPr/>
        </p:nvSpPr>
        <p:spPr>
          <a:xfrm>
            <a:off x="2850501" y="2425959"/>
            <a:ext cx="933061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58B45CB-9C38-9968-9DCB-5C728AA40FFE}"/>
              </a:ext>
            </a:extLst>
          </p:cNvPr>
          <p:cNvSpPr/>
          <p:nvPr/>
        </p:nvSpPr>
        <p:spPr>
          <a:xfrm>
            <a:off x="2733869" y="5654351"/>
            <a:ext cx="1166327" cy="1866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44672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411</Words>
  <Application>Microsoft Office PowerPoint</Application>
  <PresentationFormat>宽屏</PresentationFormat>
  <Paragraphs>100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宋体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刘雨欣</dc:creator>
  <cp:lastModifiedBy>HAIJIE ZHI</cp:lastModifiedBy>
  <cp:revision>10</cp:revision>
  <dcterms:created xsi:type="dcterms:W3CDTF">2023-08-09T12:44:00Z</dcterms:created>
  <dcterms:modified xsi:type="dcterms:W3CDTF">2026-04-04T16:06:02Z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